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6" r:id="rId5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7B04A-11EB-4B2A-9E95-F3D0CCD41C12}" v="18" dt="2026-03-31T18:26:34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280" autoAdjust="0"/>
  </p:normalViewPr>
  <p:slideViewPr>
    <p:cSldViewPr snapToGrid="0">
      <p:cViewPr varScale="1">
        <p:scale>
          <a:sx n="70" d="100"/>
          <a:sy n="70" d="100"/>
        </p:scale>
        <p:origin x="100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A693A-88CB-4E07-A266-1AF58AC709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97570-08D0-45A3-BBEA-51113926C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7570-08D0-45A3-BBEA-51113926C6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6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6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0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3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0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0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4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79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65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4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4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F2390-4B08-4EA7-B38C-E6F35F06B56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487F8-364F-411F-B7B6-006AE336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2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4EFBE70B-8331-CC27-E122-C6D3ED71C840}"/>
              </a:ext>
            </a:extLst>
          </p:cNvPr>
          <p:cNvGrpSpPr/>
          <p:nvPr/>
        </p:nvGrpSpPr>
        <p:grpSpPr>
          <a:xfrm>
            <a:off x="2009021" y="144733"/>
            <a:ext cx="9801979" cy="8854534"/>
            <a:chOff x="1998135" y="132732"/>
            <a:chExt cx="9801979" cy="8854534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FC3461A-B732-DBDE-E61B-1B13A4F962ED}"/>
                </a:ext>
              </a:extLst>
            </p:cNvPr>
            <p:cNvGrpSpPr/>
            <p:nvPr/>
          </p:nvGrpSpPr>
          <p:grpSpPr>
            <a:xfrm>
              <a:off x="1998135" y="132732"/>
              <a:ext cx="9801979" cy="8854534"/>
              <a:chOff x="1998135" y="132732"/>
              <a:chExt cx="9801979" cy="8854534"/>
            </a:xfrm>
          </p:grpSpPr>
          <p:pic>
            <p:nvPicPr>
              <p:cNvPr id="4" name="Graphic 3" descr="User with solid fill">
                <a:extLst>
                  <a:ext uri="{FF2B5EF4-FFF2-40B4-BE49-F238E27FC236}">
                    <a16:creationId xmlns:a16="http://schemas.microsoft.com/office/drawing/2014/main" id="{125B70D9-A214-28CE-5C5E-4A01351EF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924042" y="132732"/>
                <a:ext cx="656029" cy="656029"/>
              </a:xfrm>
              <a:prstGeom prst="rect">
                <a:avLst/>
              </a:prstGeom>
            </p:spPr>
          </p:pic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970AC860-602B-AF02-A413-DE0027E4D348}"/>
                  </a:ext>
                </a:extLst>
              </p:cNvPr>
              <p:cNvGrpSpPr/>
              <p:nvPr/>
            </p:nvGrpSpPr>
            <p:grpSpPr>
              <a:xfrm>
                <a:off x="4181711" y="1084659"/>
                <a:ext cx="2257778" cy="1507067"/>
                <a:chOff x="4175760" y="1330960"/>
                <a:chExt cx="2661920" cy="1356360"/>
              </a:xfrm>
            </p:grpSpPr>
            <p:sp>
              <p:nvSpPr>
                <p:cNvPr id="6" name="Flowchart: Decision 5">
                  <a:extLst>
                    <a:ext uri="{FF2B5EF4-FFF2-40B4-BE49-F238E27FC236}">
                      <a16:creationId xmlns:a16="http://schemas.microsoft.com/office/drawing/2014/main" id="{231F3C6B-CF97-64CD-4C3F-F7C1675F8C14}"/>
                    </a:ext>
                  </a:extLst>
                </p:cNvPr>
                <p:cNvSpPr/>
                <p:nvPr/>
              </p:nvSpPr>
              <p:spPr>
                <a:xfrm>
                  <a:off x="4175760" y="1330960"/>
                  <a:ext cx="2519680" cy="1356360"/>
                </a:xfrm>
                <a:prstGeom prst="flowChartDecision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Intent Router</a:t>
                  </a:r>
                </a:p>
              </p:txBody>
            </p:sp>
            <p:pic>
              <p:nvPicPr>
                <p:cNvPr id="7" name="Picture 2" descr="Intent - Free user icons">
                  <a:extLst>
                    <a:ext uri="{FF2B5EF4-FFF2-40B4-BE49-F238E27FC236}">
                      <a16:creationId xmlns:a16="http://schemas.microsoft.com/office/drawing/2014/main" id="{93206164-B339-4D79-D3CB-93A875F3B3C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28080" y="1676400"/>
                  <a:ext cx="609600" cy="6096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A8D2D04-4F4B-0D7D-A9A2-DDE32994E6AA}"/>
                  </a:ext>
                </a:extLst>
              </p:cNvPr>
              <p:cNvGrpSpPr/>
              <p:nvPr/>
            </p:nvGrpSpPr>
            <p:grpSpPr>
              <a:xfrm>
                <a:off x="1998135" y="2930901"/>
                <a:ext cx="2799644" cy="1450622"/>
                <a:chOff x="2204720" y="2519680"/>
                <a:chExt cx="2519680" cy="1305560"/>
              </a:xfrm>
            </p:grpSpPr>
            <p:pic>
              <p:nvPicPr>
                <p:cNvPr id="9" name="Picture 8" descr="Ollama Free SVG, PNG, and vector dow... · LobeHub">
                  <a:extLst>
                    <a:ext uri="{FF2B5EF4-FFF2-40B4-BE49-F238E27FC236}">
                      <a16:creationId xmlns:a16="http://schemas.microsoft.com/office/drawing/2014/main" id="{DD0DA8F2-B99F-66E3-08F2-C959BA1D8AE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4053840" y="2519680"/>
                  <a:ext cx="477520" cy="4775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94D47D30-0D4E-8591-BF0E-CD5C80B16593}"/>
                    </a:ext>
                  </a:extLst>
                </p:cNvPr>
                <p:cNvSpPr/>
                <p:nvPr/>
              </p:nvSpPr>
              <p:spPr>
                <a:xfrm>
                  <a:off x="2204720" y="2854960"/>
                  <a:ext cx="2519680" cy="802640"/>
                </a:xfrm>
                <a:prstGeom prst="roundRect">
                  <a:avLst/>
                </a:prstGeom>
                <a:solidFill>
                  <a:srgbClr val="CCCCFF"/>
                </a:solidFill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LLM</a:t>
                  </a:r>
                </a:p>
              </p:txBody>
            </p:sp>
            <p:pic>
              <p:nvPicPr>
                <p:cNvPr id="11" name="Picture 4" descr="Icon request: Gemini / Bard / Generative AI · Issue #1723 ·  google/material-design-icons">
                  <a:extLst>
                    <a:ext uri="{FF2B5EF4-FFF2-40B4-BE49-F238E27FC236}">
                      <a16:creationId xmlns:a16="http://schemas.microsoft.com/office/drawing/2014/main" id="{8DC79AEA-3981-558A-546D-BA7BDD051E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55440" y="3256280"/>
                  <a:ext cx="568960" cy="56896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984148E-A2B4-E0F3-8899-084D0B9A7989}"/>
                  </a:ext>
                </a:extLst>
              </p:cNvPr>
              <p:cNvGrpSpPr/>
              <p:nvPr/>
            </p:nvGrpSpPr>
            <p:grpSpPr>
              <a:xfrm>
                <a:off x="3927546" y="5068786"/>
                <a:ext cx="2799644" cy="1064836"/>
                <a:chOff x="3898595" y="4254500"/>
                <a:chExt cx="2519680" cy="958352"/>
              </a:xfrm>
            </p:grpSpPr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4A7C6BD4-A316-D3B2-4D93-2083A38E31DD}"/>
                    </a:ext>
                  </a:extLst>
                </p:cNvPr>
                <p:cNvSpPr/>
                <p:nvPr/>
              </p:nvSpPr>
              <p:spPr>
                <a:xfrm>
                  <a:off x="3898595" y="4254500"/>
                  <a:ext cx="2519680" cy="802640"/>
                </a:xfrm>
                <a:prstGeom prst="roundRect">
                  <a:avLst/>
                </a:prstGeom>
                <a:solidFill>
                  <a:srgbClr val="CCCCFF"/>
                </a:solidFill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Executor </a:t>
                  </a:r>
                </a:p>
              </p:txBody>
            </p:sp>
            <p:pic>
              <p:nvPicPr>
                <p:cNvPr id="16" name="Picture 16" descr="Execution - Free business and finance icons">
                  <a:extLst>
                    <a:ext uri="{FF2B5EF4-FFF2-40B4-BE49-F238E27FC236}">
                      <a16:creationId xmlns:a16="http://schemas.microsoft.com/office/drawing/2014/main" id="{35A48B6E-DE1A-280B-ADC3-18B990A8F5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42219" y="4735332"/>
                  <a:ext cx="477520" cy="4775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5D8E9BE-C5DA-987E-ABCE-BA3422303E80}"/>
                  </a:ext>
                </a:extLst>
              </p:cNvPr>
              <p:cNvSpPr/>
              <p:nvPr/>
            </p:nvSpPr>
            <p:spPr>
              <a:xfrm>
                <a:off x="3524220" y="6460966"/>
                <a:ext cx="2799644" cy="891822"/>
              </a:xfrm>
              <a:prstGeom prst="roundRect">
                <a:avLst/>
              </a:prstGeom>
              <a:solidFill>
                <a:srgbClr val="FF5050"/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Validator 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B200FBF-A238-D083-CEE8-C25AD8F7A097}"/>
                  </a:ext>
                </a:extLst>
              </p:cNvPr>
              <p:cNvGrpSpPr/>
              <p:nvPr/>
            </p:nvGrpSpPr>
            <p:grpSpPr>
              <a:xfrm>
                <a:off x="5590231" y="2278459"/>
                <a:ext cx="2799644" cy="2735242"/>
                <a:chOff x="5556616" y="2415441"/>
                <a:chExt cx="2799644" cy="2735242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FD2E207A-24BA-9AB5-1EBF-70A6413868A2}"/>
                    </a:ext>
                  </a:extLst>
                </p:cNvPr>
                <p:cNvGrpSpPr/>
                <p:nvPr/>
              </p:nvGrpSpPr>
              <p:grpSpPr>
                <a:xfrm>
                  <a:off x="5556616" y="2415441"/>
                  <a:ext cx="2799644" cy="1264356"/>
                  <a:chOff x="5631664" y="2568293"/>
                  <a:chExt cx="2519680" cy="1137920"/>
                </a:xfrm>
              </p:grpSpPr>
              <p:sp>
                <p:nvSpPr>
                  <p:cNvPr id="12" name="Rectangle: Rounded Corners 11">
                    <a:extLst>
                      <a:ext uri="{FF2B5EF4-FFF2-40B4-BE49-F238E27FC236}">
                        <a16:creationId xmlns:a16="http://schemas.microsoft.com/office/drawing/2014/main" id="{CCD81257-5D0F-689C-544D-287D253C1339}"/>
                      </a:ext>
                    </a:extLst>
                  </p:cNvPr>
                  <p:cNvSpPr/>
                  <p:nvPr/>
                </p:nvSpPr>
                <p:spPr>
                  <a:xfrm>
                    <a:off x="5631664" y="2903573"/>
                    <a:ext cx="2519680" cy="802640"/>
                  </a:xfrm>
                  <a:prstGeom prst="roundRect">
                    <a:avLst/>
                  </a:prstGeom>
                  <a:solidFill>
                    <a:srgbClr val="CCCCFF"/>
                  </a:solidFill>
                  <a:ln w="2857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r>
                      <a: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a:t>        Planner </a:t>
                    </a:r>
                  </a:p>
                </p:txBody>
              </p:sp>
              <p:pic>
                <p:nvPicPr>
                  <p:cNvPr id="13" name="Picture 14" descr="I Tried LangGraph And It Felt Like Git For AI Agents | by The Stateless  Samurai | Medium">
                    <a:extLst>
                      <a:ext uri="{FF2B5EF4-FFF2-40B4-BE49-F238E27FC236}">
                        <a16:creationId xmlns:a16="http://schemas.microsoft.com/office/drawing/2014/main" id="{D2E66DDB-24CF-A2B4-B7F2-CA91B87FE3D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0296" t="20630" r="19655" b="27296"/>
                  <a:stretch>
                    <a:fillRect/>
                  </a:stretch>
                </p:blipFill>
                <p:spPr bwMode="auto">
                  <a:xfrm>
                    <a:off x="7112000" y="2568293"/>
                    <a:ext cx="975360" cy="56388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46DFD26-25BA-5410-A386-E7C904A1E3CE}"/>
                    </a:ext>
                  </a:extLst>
                </p:cNvPr>
                <p:cNvGrpSpPr/>
                <p:nvPr/>
              </p:nvGrpSpPr>
              <p:grpSpPr>
                <a:xfrm>
                  <a:off x="5556616" y="3700061"/>
                  <a:ext cx="2799644" cy="1450622"/>
                  <a:chOff x="2204720" y="2519680"/>
                  <a:chExt cx="2519680" cy="1305560"/>
                </a:xfrm>
              </p:grpSpPr>
              <p:pic>
                <p:nvPicPr>
                  <p:cNvPr id="19" name="Picture 8" descr="Ollama Free SVG, PNG, and vector dow... · LobeHub">
                    <a:extLst>
                      <a:ext uri="{FF2B5EF4-FFF2-40B4-BE49-F238E27FC236}">
                        <a16:creationId xmlns:a16="http://schemas.microsoft.com/office/drawing/2014/main" id="{30C1FE07-34A7-6D6F-34B0-1FB34F11DBF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4053840" y="2519680"/>
                    <a:ext cx="477520" cy="4775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AC121678-A377-5BA3-DCF7-12D4630D69BF}"/>
                      </a:ext>
                    </a:extLst>
                  </p:cNvPr>
                  <p:cNvSpPr/>
                  <p:nvPr/>
                </p:nvSpPr>
                <p:spPr>
                  <a:xfrm>
                    <a:off x="2204720" y="2854960"/>
                    <a:ext cx="2519680" cy="802640"/>
                  </a:xfrm>
                  <a:prstGeom prst="roundRect">
                    <a:avLst/>
                  </a:prstGeom>
                  <a:solidFill>
                    <a:srgbClr val="CCCCFF"/>
                  </a:solidFill>
                  <a:ln w="2857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a:t>LLM</a:t>
                    </a:r>
                  </a:p>
                </p:txBody>
              </p:sp>
              <p:pic>
                <p:nvPicPr>
                  <p:cNvPr id="21" name="Picture 4" descr="Icon request: Gemini / Bard / Generative AI · Issue #1723 ·  google/material-design-icons">
                    <a:extLst>
                      <a:ext uri="{FF2B5EF4-FFF2-40B4-BE49-F238E27FC236}">
                        <a16:creationId xmlns:a16="http://schemas.microsoft.com/office/drawing/2014/main" id="{7F3436DB-7682-CD65-E6C4-EBB46C1C5F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155440" y="3256280"/>
                    <a:ext cx="568960" cy="56896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pic>
            <p:nvPicPr>
              <p:cNvPr id="22" name="Picture 18" descr="Fingerprint icon | Premium Vector">
                <a:extLst>
                  <a:ext uri="{FF2B5EF4-FFF2-40B4-BE49-F238E27FC236}">
                    <a16:creationId xmlns:a16="http://schemas.microsoft.com/office/drawing/2014/main" id="{00E15253-C5D7-617D-4712-ED094DD0CE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/>
            </p:blipFill>
            <p:spPr bwMode="auto">
              <a:xfrm>
                <a:off x="6849048" y="6552135"/>
                <a:ext cx="709484" cy="70948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6C219DF-B954-B14F-FAB2-02262B78B838}"/>
                  </a:ext>
                </a:extLst>
              </p:cNvPr>
              <p:cNvSpPr/>
              <p:nvPr/>
            </p:nvSpPr>
            <p:spPr>
              <a:xfrm>
                <a:off x="9302496" y="5815584"/>
                <a:ext cx="2497618" cy="311614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  <a:highlight>
                      <a:srgbClr val="FF0000"/>
                    </a:highlight>
                  </a:rPr>
                  <a:t>Tools Registry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  <a:highlight>
                    <a:srgbClr val="FF0000"/>
                  </a:highlight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.</a:t>
                </a:r>
              </a:p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.</a:t>
                </a:r>
                <a:endParaRPr lang="en-US" sz="1200" b="1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.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.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.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.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90FB380-79CE-ABED-36BF-0C5801C9D163}"/>
                  </a:ext>
                </a:extLst>
              </p:cNvPr>
              <p:cNvSpPr/>
              <p:nvPr/>
            </p:nvSpPr>
            <p:spPr>
              <a:xfrm>
                <a:off x="9302496" y="6265081"/>
                <a:ext cx="2497618" cy="68544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File Handling tools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DD8002B-C22F-EB24-98C9-6BEE59BF5D6F}"/>
                  </a:ext>
                </a:extLst>
              </p:cNvPr>
              <p:cNvSpPr/>
              <p:nvPr/>
            </p:nvSpPr>
            <p:spPr>
              <a:xfrm>
                <a:off x="9302496" y="6961766"/>
                <a:ext cx="2497618" cy="68544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Gmail Account Tools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B6B00F1-DA60-6C2C-8753-D12902F96F4A}"/>
                  </a:ext>
                </a:extLst>
              </p:cNvPr>
              <p:cNvSpPr/>
              <p:nvPr/>
            </p:nvSpPr>
            <p:spPr>
              <a:xfrm>
                <a:off x="9302496" y="8278940"/>
                <a:ext cx="2497618" cy="68544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Web Search Tools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BC377D6A-148E-2E99-A916-7861A2A097B8}"/>
                  </a:ext>
                </a:extLst>
              </p:cNvPr>
              <p:cNvCxnSpPr>
                <a:stCxn id="4" idx="2"/>
                <a:endCxn id="6" idx="0"/>
              </p:cNvCxnSpPr>
              <p:nvPr/>
            </p:nvCxnSpPr>
            <p:spPr>
              <a:xfrm flipH="1">
                <a:off x="5250278" y="788761"/>
                <a:ext cx="1779" cy="2958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Connector: Elbow 35">
                <a:extLst>
                  <a:ext uri="{FF2B5EF4-FFF2-40B4-BE49-F238E27FC236}">
                    <a16:creationId xmlns:a16="http://schemas.microsoft.com/office/drawing/2014/main" id="{604570C5-0E55-5ACE-C788-990E6DBBB3CD}"/>
                  </a:ext>
                </a:extLst>
              </p:cNvPr>
              <p:cNvCxnSpPr>
                <a:stCxn id="6" idx="1"/>
                <a:endCxn id="10" idx="0"/>
              </p:cNvCxnSpPr>
              <p:nvPr/>
            </p:nvCxnSpPr>
            <p:spPr>
              <a:xfrm rot="10800000" flipV="1">
                <a:off x="3397957" y="1838192"/>
                <a:ext cx="783754" cy="146524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2E21CD28-59C8-6367-C5AD-6F5C6C3851A8}"/>
                  </a:ext>
                </a:extLst>
              </p:cNvPr>
              <p:cNvCxnSpPr>
                <a:cxnSpLocks/>
                <a:stCxn id="7" idx="3"/>
                <a:endCxn id="12" idx="0"/>
              </p:cNvCxnSpPr>
              <p:nvPr/>
            </p:nvCxnSpPr>
            <p:spPr>
              <a:xfrm>
                <a:off x="6439489" y="1807148"/>
                <a:ext cx="550564" cy="843844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CA85EB3-D695-0918-C996-356D1EF6CB29}"/>
                  </a:ext>
                </a:extLst>
              </p:cNvPr>
              <p:cNvCxnSpPr>
                <a:cxnSpLocks/>
                <a:stCxn id="12" idx="2"/>
                <a:endCxn id="20" idx="0"/>
              </p:cNvCxnSpPr>
              <p:nvPr/>
            </p:nvCxnSpPr>
            <p:spPr>
              <a:xfrm>
                <a:off x="6990053" y="3542815"/>
                <a:ext cx="0" cy="392797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C59D32F9-876D-D7FE-4E0C-AF7BE5FCEAAD}"/>
                  </a:ext>
                </a:extLst>
              </p:cNvPr>
              <p:cNvCxnSpPr>
                <a:cxnSpLocks/>
                <a:stCxn id="10" idx="2"/>
                <a:endCxn id="15" idx="1"/>
              </p:cNvCxnSpPr>
              <p:nvPr/>
            </p:nvCxnSpPr>
            <p:spPr>
              <a:xfrm rot="16200000" flipH="1">
                <a:off x="3003030" y="4590182"/>
                <a:ext cx="1319442" cy="529589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Connector: Elbow 50">
                <a:extLst>
                  <a:ext uri="{FF2B5EF4-FFF2-40B4-BE49-F238E27FC236}">
                    <a16:creationId xmlns:a16="http://schemas.microsoft.com/office/drawing/2014/main" id="{2B4AB04C-5325-3A5E-CBEE-B5EB568C63A6}"/>
                  </a:ext>
                </a:extLst>
              </p:cNvPr>
              <p:cNvCxnSpPr>
                <a:cxnSpLocks/>
                <a:stCxn id="12" idx="3"/>
                <a:endCxn id="15" idx="3"/>
              </p:cNvCxnSpPr>
              <p:nvPr/>
            </p:nvCxnSpPr>
            <p:spPr>
              <a:xfrm flipH="1">
                <a:off x="6727190" y="3096904"/>
                <a:ext cx="1662685" cy="2417794"/>
              </a:xfrm>
              <a:prstGeom prst="bentConnector3">
                <a:avLst>
                  <a:gd name="adj1" fmla="val -13749"/>
                </a:avLst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B496D484-5CAC-2BD0-7A9F-F4F0D5A9D69D}"/>
                  </a:ext>
                </a:extLst>
              </p:cNvPr>
              <p:cNvCxnSpPr>
                <a:cxnSpLocks/>
                <a:stCxn id="22" idx="1"/>
                <a:endCxn id="17" idx="3"/>
              </p:cNvCxnSpPr>
              <p:nvPr/>
            </p:nvCxnSpPr>
            <p:spPr>
              <a:xfrm flipH="1">
                <a:off x="6323864" y="6906877"/>
                <a:ext cx="5251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14D55A88-70B4-B230-A0AA-F428B11EDE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5489" y="5956970"/>
                <a:ext cx="0" cy="500357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B430F01A-BE4C-03F2-4664-73F80FD4EDC1}"/>
                  </a:ext>
                </a:extLst>
              </p:cNvPr>
              <p:cNvCxnSpPr>
                <a:cxnSpLocks/>
                <a:endCxn id="28" idx="1"/>
              </p:cNvCxnSpPr>
              <p:nvPr/>
            </p:nvCxnSpPr>
            <p:spPr>
              <a:xfrm>
                <a:off x="6727190" y="5711860"/>
                <a:ext cx="2575306" cy="1592629"/>
              </a:xfrm>
              <a:prstGeom prst="bentConnector3">
                <a:avLst>
                  <a:gd name="adj1" fmla="val 50000"/>
                </a:avLst>
              </a:prstGeom>
              <a:ln>
                <a:headEnd type="arrow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Connector: Elbow 71">
                <a:extLst>
                  <a:ext uri="{FF2B5EF4-FFF2-40B4-BE49-F238E27FC236}">
                    <a16:creationId xmlns:a16="http://schemas.microsoft.com/office/drawing/2014/main" id="{4C7D12DE-74EA-0851-9923-930C165CDD30}"/>
                  </a:ext>
                </a:extLst>
              </p:cNvPr>
              <p:cNvCxnSpPr>
                <a:cxnSpLocks/>
                <a:endCxn id="75" idx="1"/>
              </p:cNvCxnSpPr>
              <p:nvPr/>
            </p:nvCxnSpPr>
            <p:spPr>
              <a:xfrm rot="5400000">
                <a:off x="3088060" y="6163675"/>
                <a:ext cx="2340987" cy="1942138"/>
              </a:xfrm>
              <a:prstGeom prst="bentConnector4">
                <a:avLst>
                  <a:gd name="adj1" fmla="val 11700"/>
                  <a:gd name="adj2" fmla="val 111771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DE654C54-9A40-72A4-8913-13B979D08FE1}"/>
                  </a:ext>
                </a:extLst>
              </p:cNvPr>
              <p:cNvSpPr/>
              <p:nvPr/>
            </p:nvSpPr>
            <p:spPr>
              <a:xfrm>
                <a:off x="3287484" y="7623210"/>
                <a:ext cx="2497618" cy="136405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Display User </a:t>
                </a:r>
              </a:p>
              <a:p>
                <a:pPr algn="ctr"/>
                <a:endParaRPr lang="en-US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algn="ctr"/>
                <a:endParaRPr lang="en-US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  <a:p>
                <a:pPr algn="ctr"/>
                <a:endParaRPr lang="en-US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pic>
            <p:nvPicPr>
              <p:cNvPr id="1028" name="Picture 4" descr="decoupler chatgpt ui - Codesandbox">
                <a:extLst>
                  <a:ext uri="{FF2B5EF4-FFF2-40B4-BE49-F238E27FC236}">
                    <a16:creationId xmlns:a16="http://schemas.microsoft.com/office/drawing/2014/main" id="{278E659F-7B9C-7F49-6346-36B75C580F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97712" y="8045463"/>
                <a:ext cx="1677162" cy="8805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A0E1A0F-B9A4-8659-B80A-B38D698CC1A8}"/>
                </a:ext>
              </a:extLst>
            </p:cNvPr>
            <p:cNvSpPr txBox="1"/>
            <p:nvPr/>
          </p:nvSpPr>
          <p:spPr>
            <a:xfrm>
              <a:off x="4924042" y="848027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F56C68A-5A73-16C8-175A-C737A0E5651B}"/>
                </a:ext>
              </a:extLst>
            </p:cNvPr>
            <p:cNvSpPr txBox="1"/>
            <p:nvPr/>
          </p:nvSpPr>
          <p:spPr>
            <a:xfrm>
              <a:off x="3927545" y="1446860"/>
              <a:ext cx="7267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E06383-789D-88E3-6431-6443D16E682A}"/>
                </a:ext>
              </a:extLst>
            </p:cNvPr>
            <p:cNvSpPr txBox="1"/>
            <p:nvPr/>
          </p:nvSpPr>
          <p:spPr>
            <a:xfrm>
              <a:off x="6352417" y="1369893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76A676-18CB-9886-B91A-4498F6297993}"/>
                </a:ext>
              </a:extLst>
            </p:cNvPr>
            <p:cNvSpPr txBox="1"/>
            <p:nvPr/>
          </p:nvSpPr>
          <p:spPr>
            <a:xfrm>
              <a:off x="6337704" y="2270392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FF5F880-3D04-6761-EB11-13FF5C138E9F}"/>
                </a:ext>
              </a:extLst>
            </p:cNvPr>
            <p:cNvSpPr txBox="1"/>
            <p:nvPr/>
          </p:nvSpPr>
          <p:spPr>
            <a:xfrm>
              <a:off x="6318844" y="3564679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490DE9-02CF-E481-349E-5F5FDE337959}"/>
                </a:ext>
              </a:extLst>
            </p:cNvPr>
            <p:cNvSpPr txBox="1"/>
            <p:nvPr/>
          </p:nvSpPr>
          <p:spPr>
            <a:xfrm>
              <a:off x="3066485" y="2930461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C9068D9-9DDF-9674-11A8-7AE6503A2CD5}"/>
                </a:ext>
              </a:extLst>
            </p:cNvPr>
            <p:cNvSpPr txBox="1"/>
            <p:nvPr/>
          </p:nvSpPr>
          <p:spPr>
            <a:xfrm>
              <a:off x="3359303" y="4849903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D5ED4D-031E-4899-4E28-B25B3E8D707B}"/>
                </a:ext>
              </a:extLst>
            </p:cNvPr>
            <p:cNvSpPr txBox="1"/>
            <p:nvPr/>
          </p:nvSpPr>
          <p:spPr>
            <a:xfrm>
              <a:off x="8640290" y="3643250"/>
              <a:ext cx="279964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4 &amp; 8</a:t>
              </a:r>
            </a:p>
            <a:p>
              <a:r>
                <a:rPr lang="en-US" sz="1400" dirty="0"/>
                <a:t>[ This is a closed-loop </a:t>
              </a:r>
            </a:p>
            <a:p>
              <a:r>
                <a:rPr lang="en-US" sz="1400" dirty="0"/>
                <a:t>intelligent execution system ]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C558F69-BEB6-236E-C388-89035E5B2881}"/>
                </a:ext>
              </a:extLst>
            </p:cNvPr>
            <p:cNvSpPr txBox="1"/>
            <p:nvPr/>
          </p:nvSpPr>
          <p:spPr>
            <a:xfrm>
              <a:off x="5842665" y="6037188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1B3C747-F815-03B3-FDFB-A87297281A56}"/>
                </a:ext>
              </a:extLst>
            </p:cNvPr>
            <p:cNvSpPr txBox="1"/>
            <p:nvPr/>
          </p:nvSpPr>
          <p:spPr>
            <a:xfrm>
              <a:off x="6433348" y="6537545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2F64D1B-B139-9601-3827-BCA404C10925}"/>
                </a:ext>
              </a:extLst>
            </p:cNvPr>
            <p:cNvSpPr txBox="1"/>
            <p:nvPr/>
          </p:nvSpPr>
          <p:spPr>
            <a:xfrm>
              <a:off x="8014843" y="6478107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48736FC-DA65-13F9-8E52-D40617DE6651}"/>
                </a:ext>
              </a:extLst>
            </p:cNvPr>
            <p:cNvSpPr txBox="1"/>
            <p:nvPr/>
          </p:nvSpPr>
          <p:spPr>
            <a:xfrm>
              <a:off x="2340953" y="7623210"/>
              <a:ext cx="86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5</a:t>
              </a:r>
              <a:r>
                <a:rPr lang="en-US" dirty="0"/>
                <a:t> or 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8359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6C3FDD7F929247AE1102CAAAB81B02" ma:contentTypeVersion="11" ma:contentTypeDescription="Create a new document." ma:contentTypeScope="" ma:versionID="b7c8fbc3776511796cc1609172b4d3dc">
  <xsd:schema xmlns:xsd="http://www.w3.org/2001/XMLSchema" xmlns:xs="http://www.w3.org/2001/XMLSchema" xmlns:p="http://schemas.microsoft.com/office/2006/metadata/properties" xmlns:ns3="44fcd929-3be6-423e-a864-d41fed1ad26c" targetNamespace="http://schemas.microsoft.com/office/2006/metadata/properties" ma:root="true" ma:fieldsID="e8ca721fbbb2411cd099b9263a865980" ns3:_="">
    <xsd:import namespace="44fcd929-3be6-423e-a864-d41fed1ad26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fcd929-3be6-423e-a864-d41fed1ad26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4fcd929-3be6-423e-a864-d41fed1ad26c" xsi:nil="true"/>
  </documentManagement>
</p:properties>
</file>

<file path=customXml/itemProps1.xml><?xml version="1.0" encoding="utf-8"?>
<ds:datastoreItem xmlns:ds="http://schemas.openxmlformats.org/officeDocument/2006/customXml" ds:itemID="{2887D167-8527-4A42-9FA9-E15D5EF60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fcd929-3be6-423e-a864-d41fed1ad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A16AAE-2C6C-42EB-9822-99930A529B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93A43D-86E6-488F-AA2A-B95C3304C3DC}">
  <ds:schemaRefs>
    <ds:schemaRef ds:uri="http://schemas.microsoft.com/office/2006/documentManagement/types"/>
    <ds:schemaRef ds:uri="44fcd929-3be6-423e-a864-d41fed1ad26c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54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Deebak Balaji M 23BCS302</dc:creator>
  <cp:lastModifiedBy>Deebak Balaji M 23BCS302</cp:lastModifiedBy>
  <cp:revision>2</cp:revision>
  <dcterms:created xsi:type="dcterms:W3CDTF">2026-03-31T17:19:59Z</dcterms:created>
  <dcterms:modified xsi:type="dcterms:W3CDTF">2026-03-31T18:59:15Z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0x0101001A6C3FDD7F929247AE1102CAAAB81B02</vt:lpwstr>
  </property>
</Properties>
</file>